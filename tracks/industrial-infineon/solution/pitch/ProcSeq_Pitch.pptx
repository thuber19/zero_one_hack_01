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Hook: a chip recipe is a long ordered sequence; we taught a model its grammar and built a hybrid that guarantees valid output. Three tasks plus a hidden out-of-distribution family. Team ProcSeq.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Process routes are long and order-sensitive — 10 hard rules, some spanning 15 steps. The track explicitly asks whether a model LEARNS the logic or memorizes, and grades generalization on an unseen 4th product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trick: one process step = one token (vocab 210). Two from-scratch Transformers — a decoder that writes routes and a DeBERTa encoder that judges them, trained on valid-vs-broken twins so it learns WHY a route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 — KEY SLIDE. 'Model proposes, physics disposes.' Learned models supply plausibility; a deterministic rule engine (identical to the official validator) supplies correctness. Neural can be confidently wrong; rules can't rank. Together you get valid AND likely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Same two components, three wirings. Task 1: top-5 + legal-first re-sort. Task 2: rule-vetoed beam search with repair → guaranteed-valid completion. Task 3: contrastive encoder for a graded score, rule engine for the hard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Real numbers, official scorer, held-out split. Task1 Top-5 perfect, MRR 0.84. Task2 edit distance 0.23. Task3 F1 1.0 (rule engine). KILLER ROW: the network predicts the right step CATEGORY 0.944 in-dist and still 0.37-0.41 on unseen families (6-7x random) while lexical name accuracy is ~0.15 → it learned FUNCTION, not names. Be honest: these are the companion pipeline; full ProcSeq Leonardo run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 close. Our differentiator is honesty: floor-to-ceiling ladder, logic probe, and a novel-vocab OOD test we designed to break our own model. Hybrid gives 0 illegal outputs. Fully reproducible on Leonardo.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ZERO-ONE HACK 2026 · INFINEON · INDUSTRIAL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E8EDF5"/>
                </a:solidFill>
                <a:latin typeface="Arial"/>
              </a:rPr>
              <a:t>Process Logic, </a:t>
            </a:r>
            <a:r>
              <a:rPr sz="5800" b="1">
                <a:solidFill>
                  <a:srgbClr val="FF5A45"/>
                </a:solidFill>
                <a:latin typeface="Arial"/>
              </a:rPr>
              <a:t>Learned.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0C8"/>
                </a:solidFill>
                <a:latin typeface="Arial"/>
              </a:rPr>
              <a:t>A hybrid neural–symbolic pipeline that learns the hidden grammar of semiconductor manufacturing — and proves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526280"/>
            <a:ext cx="1345996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3459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Next-step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1836" y="452628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1836" y="4526280"/>
            <a:ext cx="1444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Completion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9468" y="4526280"/>
            <a:ext cx="2136038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9468" y="4526280"/>
            <a:ext cx="213603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Anomaly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8387" y="4526280"/>
            <a:ext cx="2728569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8387" y="4526280"/>
            <a:ext cx="272856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+ hidden 4th-family 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DF5"/>
                </a:solidFill>
                <a:latin typeface="Arial"/>
              </a:rPr>
              <a:t>Team ProcSeq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C99"/>
                </a:solidFill>
                <a:latin typeface="Consolas"/>
              </a:rPr>
              <a:t>Fathy Shalaby · Mina Mikail · Khaled Elyamany  ·  edit names 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A chip is a </a:t>
            </a:r>
            <a:r>
              <a:rPr sz="3300" b="1">
                <a:solidFill>
                  <a:srgbClr val="FF5A45"/>
                </a:solidFill>
                <a:latin typeface="Arial"/>
              </a:rPr>
              <a:t>150-step 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 where order is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Every wafer runs an ordered route: </a:t>
            </a:r>
            <a:r>
              <a:rPr sz="1800" b="1">
                <a:solidFill>
                  <a:srgbClr val="E8EDF5"/>
                </a:solidFill>
                <a:latin typeface="Arial"/>
              </a:rPr>
              <a:t>clean → oxidize → pattern → etch → implant → … → test → ship</a:t>
            </a:r>
            <a:r>
              <a:rPr sz="1800" b="0">
                <a:solidFill>
                  <a:srgbClr val="9FB0C8"/>
                </a:solidFill>
                <a:latin typeface="Arial"/>
              </a:rPr>
              <a:t>  (~115–150 steps, 3 families).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Order encodes real constraints: </a:t>
            </a:r>
            <a:r>
              <a:rPr sz="1800" b="1">
                <a:solidFill>
                  <a:srgbClr val="E8EDF5"/>
                </a:solidFill>
                <a:latin typeface="Arial"/>
              </a:rPr>
              <a:t>no etch before a mask, no deposit on a dirty surface, no ship before sort-test</a:t>
            </a:r>
            <a:r>
              <a:rPr sz="1800" b="0">
                <a:solidFill>
                  <a:srgbClr val="9FB0C8"/>
                </a:solidFill>
                <a:latin typeface="Arial"/>
              </a:rPr>
              <a:t> — 10 long-range rules.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The judges' real question: does the model learn the process </a:t>
            </a:r>
            <a:r>
              <a:rPr sz="1800" b="1">
                <a:solidFill>
                  <a:srgbClr val="FF5A45"/>
                </a:solidFill>
                <a:latin typeface="Arial"/>
              </a:rPr>
              <a:t>logic</a:t>
            </a:r>
            <a:r>
              <a:rPr sz="1800" b="0">
                <a:solidFill>
                  <a:srgbClr val="9FB0C8"/>
                </a:solidFill>
                <a:latin typeface="Arial"/>
              </a:rPr>
              <a:t>, or just memorize patterns?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And it's graded on a </a:t>
            </a:r>
            <a:r>
              <a:rPr sz="1800" b="1">
                <a:solidFill>
                  <a:srgbClr val="E8EDF5"/>
                </a:solidFill>
                <a:latin typeface="Arial"/>
              </a:rPr>
              <a:t>hidden 4th 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never seen in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Treat a recipe like a </a:t>
            </a:r>
            <a:r>
              <a:rPr sz="3300" b="1">
                <a:solidFill>
                  <a:srgbClr val="FF5A45"/>
                </a:solidFill>
                <a:latin typeface="Arial"/>
              </a:rPr>
              <a:t>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. One step = one word.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FF5A45"/>
                </a:solidFill>
                <a:latin typeface="Consolas"/>
              </a:rPr>
              <a:t>TOKENIZER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custom atomic-step tokenizer — each whole step is one token (vocab 210). No sub-word fragmentation; recipes read and write like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Writer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DECODER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Llama-style causal Transformer that generates — next step &amp; completion (Tasks 1–2). Attention does long-range lookups an LSTM can't.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Judge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DeBERTa-v2 encoder that classifies validity + which rule broke (Task 3), trained with contrastive hard-negative twins.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Two specialized Transformers, trained from scratch — no pretrained model, full control of the vocabulary, interpretable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OUR APPROACH · THE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The model proposes. </a:t>
            </a:r>
            <a:r>
              <a:rPr sz="3300" b="1">
                <a:solidFill>
                  <a:srgbClr val="FF5A45"/>
                </a:solidFill>
                <a:latin typeface="Arial"/>
              </a:rPr>
              <a:t>Physics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NEURAL — PLAUSIBILITY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Decoder + 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 the grammar from data. Rank likely next steps, generate fluent completions, and output a real probability of validity.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SYMBOLIC — CORRECTNESS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Physics Refinery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deterministic rule engine (≡ the official validator). Vetoes illegal steps, repairs dead-ends, certifies the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OUTPUT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Best of both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Guaranteed-valid routes that are also likely — “the model decided, the rules certify it.”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900416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EDF5"/>
                </a:solidFill>
                <a:latin typeface="Consolas"/>
              </a:rPr>
              <a:t>Neural alone can be </a:t>
            </a:r>
            <a:r>
              <a:rPr sz="1650" b="0">
                <a:solidFill>
                  <a:srgbClr val="FF5A45"/>
                </a:solidFill>
                <a:latin typeface="Consolas"/>
              </a:rPr>
              <a:t>confidently wrong</a:t>
            </a:r>
            <a:r>
              <a:rPr sz="1650" b="0">
                <a:solidFill>
                  <a:srgbClr val="E8EDF5"/>
                </a:solidFill>
                <a:latin typeface="Consolas"/>
              </a:rPr>
              <a:t>; rules alone can't say what's </a:t>
            </a:r>
            <a:r>
              <a:rPr sz="1650" b="0">
                <a:solidFill>
                  <a:srgbClr val="FF5A45"/>
                </a:solidFill>
                <a:latin typeface="Consolas"/>
              </a:rPr>
              <a:t>likely</a:t>
            </a:r>
            <a:r>
              <a:rPr sz="1650" b="0">
                <a:solidFill>
                  <a:srgbClr val="E8EDF5"/>
                </a:solidFill>
                <a:latin typeface="Consolas"/>
              </a:rPr>
              <a:t>. The hybrid covers both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HOW WE TACKLED THE 3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One hybrid, wired </a:t>
            </a:r>
            <a:r>
              <a:rPr sz="3300" b="1">
                <a:solidFill>
                  <a:srgbClr val="FF5A45"/>
                </a:solidFill>
                <a:latin typeface="Arial"/>
              </a:rPr>
              <a:t>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1</a:t>
            </a:r>
            <a:r>
              <a:rPr sz="1700" b="1">
                <a:solidFill>
                  <a:srgbClr val="E8EDF5"/>
                </a:solidFill>
                <a:latin typeface="Arial"/>
              </a:rPr>
              <a:t>   Next-step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Decoder's top-5 candidates, then the Refinery floats the legal ones to the top. Cannot hurt a good model; rescues a bad rank.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2</a:t>
            </a:r>
            <a:r>
              <a:rPr sz="1700" b="1">
                <a:solidFill>
                  <a:srgbClr val="E8EDF5"/>
                </a:solidFill>
                <a:latin typeface="Arial"/>
              </a:rPr>
              <a:t>   Completion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 proposes; rule-vetoed beam search + repair (beam 5, branch 8). Every emitted suffix is provably valid.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3</a:t>
            </a:r>
            <a:r>
              <a:rPr sz="1700" b="1">
                <a:solidFill>
                  <a:srgbClr val="E8EDF5"/>
                </a:solidFill>
                <a:latin typeface="Arial"/>
              </a:rPr>
              <a:t>   Anomaly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Contrastive encoder learns WHY a route is invalid; rule engine gives the verdict, the model gives the graded score (real ROC-AUC).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Generative tasks use the writer; the discriminative task uses the judge — each with a guarantee the learned model can't make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OFFICIAL SCORER,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It works — and we can </a:t>
            </a:r>
            <a:r>
              <a:rPr sz="3100" b="1">
                <a:solidFill>
                  <a:srgbClr val="FF5A45"/>
                </a:solidFill>
                <a:latin typeface="Arial"/>
              </a:rPr>
              <a:t>prove it learned</a:t>
            </a:r>
            <a:r>
              <a:rPr sz="3100" b="1">
                <a:solidFill>
                  <a:srgbClr val="E8EDF5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468880"/>
          <a:ext cx="1051560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Headline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Also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1 · Next-step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Top-5 1.000  ·  Top-1 0.690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MRR 0.84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2 · Completion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NED 0.226  (lower = better)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Block-level 0.69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3 · Anomaly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F1 1.000  ·  ROC-AUC 1.000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rule engine, in-dist.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Understanding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0.944 category acc (ID)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0.37–0.41 OOD vs 0.15 lexical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834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0C8"/>
                </a:solidFill>
                <a:latin typeface="Consolas"/>
              </a:rPr>
              <a:t>learned </a:t>
            </a:r>
            <a:r>
              <a:rPr sz="1300" b="1">
                <a:solidFill>
                  <a:srgbClr val="FF5A45"/>
                </a:solidFill>
                <a:latin typeface="Consolas"/>
              </a:rPr>
              <a:t>function</a:t>
            </a:r>
            <a:r>
              <a:rPr sz="1300" b="0">
                <a:solidFill>
                  <a:srgbClr val="9FB0C8"/>
                </a:solidFill>
                <a:latin typeface="Consolas"/>
              </a:rPr>
              <a:t>, not names: category ≫ lexical OOD   ·   transfers to unseen families at </a:t>
            </a:r>
            <a:r>
              <a:rPr sz="1300" b="1">
                <a:solidFill>
                  <a:srgbClr val="FF5A45"/>
                </a:solidFill>
                <a:latin typeface="Consolas"/>
              </a:rPr>
              <a:t>6–7×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9FB0C8"/>
                </a:solidFill>
                <a:latin typeface="Arial"/>
              </a:rPr>
              <a:t>Honest provenance: </a:t>
            </a:r>
            <a:r>
              <a:rPr sz="1050" b="0">
                <a:solidFill>
                  <a:srgbClr val="6B7C99"/>
                </a:solidFill>
                <a:latin typeface="Arial"/>
              </a:rPr>
              <a:t>real numbers from the organizer's official scorer on a disjoint held-out split (companion physics pipeline). The full from-scratch ProcSeq run on Leonardo (4×A100) is next; we report what is measured and mark what is 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WHY THIS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We measured </a:t>
            </a:r>
            <a:r>
              <a:rPr sz="3000" b="1">
                <a:solidFill>
                  <a:srgbClr val="FF5A45"/>
                </a:solidFill>
                <a:latin typeface="Arial"/>
              </a:rPr>
              <a:t>whether the model learned</a:t>
            </a:r>
            <a:r>
              <a:rPr sz="3000" b="1">
                <a:solidFill>
                  <a:srgbClr val="E8EDF5"/>
                </a:solidFill>
                <a:latin typeface="Arial"/>
              </a:rPr>
              <a:t> — not just that it scored.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Honest evaluation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Every number sits between an n-gram floor and a rule-oracle ceiling, plus a logic probe &amp; a novel-vocabulary OOD stress test we built to make it fail.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Hybrid &amp; robust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Learned plausibility + symbolic guarantees → 0 illegal outputs, a calibratable anomaly score, and a graceful OOD 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Reproducible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make smoke in &lt;1 min; one command trains the full pipeline on Leonardo. 29 tests, fixed seeds, open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ProcSeq</a:t>
            </a:r>
            <a:r>
              <a:rPr sz="1700" b="0">
                <a:solidFill>
                  <a:srgbClr val="9FB0C8"/>
                </a:solidFill>
                <a:latin typeface="Arial"/>
              </a:rPr>
              <a:t> — process logic, learned, guaranteed, and honestly benchmarked.   </a:t>
            </a:r>
            <a:r>
              <a:rPr sz="1700" b="1">
                <a:solidFill>
                  <a:srgbClr val="FF5A4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